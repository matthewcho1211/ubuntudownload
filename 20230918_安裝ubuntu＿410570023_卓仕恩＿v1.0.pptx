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01df2aa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01df2aa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01df2aa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01df2aa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01df2aa4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01df2aa4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01df2aa4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01df2aa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01df2aa4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801df2aa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01df2aa4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01df2aa4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01df2aa4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01df2aa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01df2aa4a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01df2aa4a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801df2aa4a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801df2aa4a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01df2aa4a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01df2aa4a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01df2aa4a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01df2aa4a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01df2aa4a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01df2aa4a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01df2aa4a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01df2aa4a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01df2aa4a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01df2aa4a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801df2aa4a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801df2aa4a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到官網下載Ubuntu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875" y="1089475"/>
            <a:ext cx="5772939" cy="36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在虛擬機點新增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402" y="1255825"/>
            <a:ext cx="591229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建立虛擬機 (ISO選擇剛剛下載的檔案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672" y="1438747"/>
            <a:ext cx="5881300" cy="33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688" y="1152475"/>
            <a:ext cx="5472634" cy="31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75" y="1152472"/>
            <a:ext cx="5917850" cy="33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697" y="1211725"/>
            <a:ext cx="6142224" cy="34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完成建立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300" y="1152475"/>
            <a:ext cx="5899400" cy="332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啟動!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028" y="1152475"/>
            <a:ext cx="593995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按enter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296" y="1278563"/>
            <a:ext cx="4726550" cy="31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425" y="1017725"/>
            <a:ext cx="5918023" cy="40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選完語言一直下一步就對了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850" y="1152475"/>
            <a:ext cx="5519526" cy="37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403" y="998050"/>
            <a:ext cx="5422401" cy="372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450" y="905025"/>
            <a:ext cx="5925974" cy="407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等他下載 (有需要創帳號就創帳號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249" y="1017725"/>
            <a:ext cx="5877425" cy="40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完成了!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762" y="1152475"/>
            <a:ext cx="5264474" cy="361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